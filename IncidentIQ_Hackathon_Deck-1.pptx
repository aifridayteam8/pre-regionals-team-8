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image" Target="../media/image-9-1.png"/><Relationship Id="rId10" Type="http://schemas.openxmlformats.org/officeDocument/2006/relationships/image" Target="../media/image-9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TCS AI FRIDAY SEASON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IncidentIQ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778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AI-enhanced, offline-first infrastructure incident reports — from raw logs to a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root-cause-analysis report in under two minutes.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348740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72868" y="429768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2868" y="4297680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10812" y="4297680"/>
            <a:ext cx="2308860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0812" y="4297680"/>
            <a:ext cx="23088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parsing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4297680"/>
            <a:ext cx="1924812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4297680"/>
            <a:ext cx="19248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SRE-ready reports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8   ·   Pre-Regionals Submission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95560" y="5029200"/>
            <a:ext cx="1371600" cy="13716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7" name="Image 0" descr="/home/claude/pptx_work/icon_shield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4744" y="535838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reporting doesn't scale with how often things break.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write-ups eat hours after every outage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874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quality depends on who's on 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1874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pattern reuse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9536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don't correlate or learn from past incidents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0908792" cy="2148840"/>
          </a:xfrm>
          <a:prstGeom prst="roundRect">
            <a:avLst>
              <a:gd name="adj" fmla="val 5106"/>
            </a:avLst>
          </a:prstGeom>
          <a:solidFill>
            <a:srgbClr val="12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 teams (like Shell / Petronas-scale operations) produce incident reports after every outage or degradation — but manual write-ups are slow, inconsistent, and rarely feed forward into preventing the next failure. Knowledge gaps compound, and service reliability suffers.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raw log file. Get a structured, AI-written incident report — fully offline-capable.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94560"/>
            <a:ext cx="822960" cy="8229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upload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130" y="23920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raw log — JSON, CSV, syslog, Azure infra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55264" y="31089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18745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6260" y="2194560"/>
            <a:ext cx="822960" cy="8229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3" name="Image 1" descr="/home/claude/pptx_work/icon_layers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70" y="239207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760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703320" y="35661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parsers normalize events, split parent/child incidents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089904" y="31089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309360" y="18745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00900" y="2194560"/>
            <a:ext cx="822960" cy="8229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0" name="Image 2" descr="/home/claude/pptx_work/icon_cpu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410" y="239207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9224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537960" y="35661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performs RCA, impact assessment &amp; recommendations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924544" y="31089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144000" y="18745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35540" y="2194560"/>
            <a:ext cx="822960" cy="8229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7" name="Image 3" descr="/home/claude/pptx_work/icon_file_1C72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3050" y="2392070"/>
            <a:ext cx="427939" cy="42793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471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32688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372600" y="35661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10-section SRE-style report, editable and exportable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local-first: designed to run entirely on-device with Ollama, with cloud gateway acceleration when available.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merged Flask backend behind a React frontend, with a clean, swappable AI layer.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4812"/>
            <a:ext cx="585216" cy="58521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globe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2" y="2065264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470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21284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Recharts — dashboard, upload, report view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086100"/>
            <a:ext cx="585216" cy="58521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1" name="Image 1" descr="/home/claude/pptx_work/icon_server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2" y="3226552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0083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91640" y="337413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Flask-RESTX routes — auth (JWT), incidents, reports, analytics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59936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247388"/>
            <a:ext cx="585216" cy="58521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6" name="Image 2" descr="/home/claude/pptx_work/icon_layers_F299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2" y="4387840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696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layer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4535424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parsers — JSON, CSV, syslog, TXT, Azure hierarchical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221224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5408676"/>
            <a:ext cx="585216" cy="58521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1" name="Image 3" descr="/home/claude/pptx_work/icon_cpu_F2994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32" y="5549128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330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91640" y="569671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generator — TCS GenAI Lab gateway, OpenAI, or local Ollama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6382512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680" y="6569964"/>
            <a:ext cx="585216" cy="58521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6" name="Image 4" descr="/home/claude/pptx_work/icon_db_1C729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32" y="6710416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6492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691640" y="685800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 — Incident, IncidentEvent, Report, User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parsing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here by design — accuracy comes from hand-tuned rules, not model guesswork.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4767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33172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JSON-lines; aliases common keys (timestamp/time/@timestamp)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194767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75888" y="233172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delimiter; maps severity/level/priority variants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94767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Syslog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0528" y="233172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RFC3164 &amp; RFC5424 regex parsing with priority→severity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45168" y="194767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text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45168" y="233172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bank: Apache/Nginx, ISO timestamps, generic formats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10908792" cy="2286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977640"/>
            <a:ext cx="685800" cy="6858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8" name="Image 0" descr="/home/claude/pptx_work/icon_branch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4142232"/>
            <a:ext cx="356616" cy="3566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28800" y="39319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hierarchical parser — the centerpiece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828800" y="4315968"/>
            <a:ext cx="9418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one uploaded log into a parent Incident plus multiple linked “INCIDENT N” child incidents. Detects ‘=’-fenced banners, timestamped event headers, and key-value details via regex; derives severity (SEV1–SEV4) and category automatically — turning a messy ops log into a clean, queryable event graph before the LLM ever sees it.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layer: provider-agnostic by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interface, three interchangeable backends — chosen automatically at startup.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66544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cpu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242109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110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TCS GenAI Lab gateway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20240" y="22951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used whenever an API key is configured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89320" y="2002536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LiteLLM proxy exposing DeepSeek-R1 and GPT-4.1-mini / 4o-mini behind one key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264408"/>
            <a:ext cx="1090879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3547872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1" descr="/home/claude/pptx_work/icon_globe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3723437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33924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OpenAI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920240" y="37764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— explicit opt-in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89320" y="3483864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USE_OPENAI=true + OPENAI_API_KEY → gpt-4, used only if the gateway key is absent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745736"/>
            <a:ext cx="1090879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14400" y="5029200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8" name="Image 2" descr="/home/claude/pptx_work/icon_server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52047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4873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Ollama (local)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920240" y="5257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— always available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989320" y="4965192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 on-device via localhost:11434 — zero external dependency, fully offline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implement the same BaseAIClient interface (generate / chat / is_available / list_models) — swapping providers never touches business logic.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gateway: model-per-role routing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TCS GenAI Lab key, three deployments mapped to distinct jobs.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4832"/>
            <a:ext cx="685800" cy="6858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cpu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49424"/>
            <a:ext cx="356616" cy="356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0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0" y="21945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'rca'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DeepSeek-R1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36499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 for root-cause analysis; &lt;think&gt; blocks stripped from output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18288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084832"/>
            <a:ext cx="685800" cy="6858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3" name="Image 1" descr="/home/claude/pptx_work/icon_code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249424"/>
            <a:ext cx="356616" cy="3566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37960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/>
        </p:spPr>
      </p:sp>
      <p:sp>
        <p:nvSpPr>
          <p:cNvPr id="15" name="Text 11"/>
          <p:cNvSpPr/>
          <p:nvPr/>
        </p:nvSpPr>
        <p:spPr>
          <a:xfrm>
            <a:off x="6537960" y="21945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'structured'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09160" y="29260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GPT-4.1-mini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09160" y="336499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json_object mode — currently the model report generation uses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29600" y="18288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03920" y="2084832"/>
            <a:ext cx="685800" cy="6858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0" name="Image 2" descr="/home/claude/pptx_work/icon_file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249424"/>
            <a:ext cx="356616" cy="35661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332720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/>
        </p:spPr>
      </p:sp>
      <p:sp>
        <p:nvSpPr>
          <p:cNvPr id="22" name="Text 17"/>
          <p:cNvSpPr/>
          <p:nvPr/>
        </p:nvSpPr>
        <p:spPr>
          <a:xfrm>
            <a:off x="10332720" y="21945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'summary'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503920" y="29260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GPT-4o-mini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503920" y="336499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prose summaries; reserved for a lighter-weight summarization role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0080" y="4983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Llama-3.3-70B is advertised by the gateway but returns 404 (not yet provisioned) — GPT-4.1-mini currently covers the structured role.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for the demo floor: one call, not ten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was redesigned around a hard time budget on CPU-only hardware.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1B2540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89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min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separate sequential LLM calls, one per report section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2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min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6294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bounded, combined call — trimmed context + capped 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against ~7.5 tok/s generation and ~25 tok/s prompt-eval on a 3B model, CPU-only — prompt size is trimmed (max 8 events, 80 chars each) as aggressively as output is capped (380 tokens, temp 0.3).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report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structured sections, generated as one JSON object, parsed with graceful fallback.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29384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check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2017166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2880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91656" y="1929384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0" name="Image 1" descr="/home/claude/pptx_work/icon_check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438" y="2017166"/>
            <a:ext cx="190195" cy="1901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82880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8096" y="2642616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4" name="Image 2" descr="/home/claude/pptx_work/icon_check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" y="2730398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54203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2542032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91656" y="2642616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8" name="Image 3" descr="/home/claude/pptx_work/icon_check_1C72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438" y="2730398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254203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3255264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68096" y="3355848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4" descr="/home/claude/pptx_work/icon_check_1C729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" y="3443630"/>
            <a:ext cx="190195" cy="1901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325526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63640" y="3255264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391656" y="3355848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6" name="Image 5" descr="/home/claude/pptx_work/icon_check_1C72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438" y="3443630"/>
            <a:ext cx="190195" cy="19019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325526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affected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40080" y="3968496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68096" y="4069080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0" name="Image 6" descr="/home/claude/pptx_work/icon_check_1C729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878" y="4156862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80160" y="396849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steps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6263640" y="3968496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391656" y="4069080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4" name="Image 7" descr="/home/claude/pptx_work/icon_check_1C729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9438" y="4156862"/>
            <a:ext cx="190195" cy="19019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03720" y="396849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640080" y="468172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68096" y="4782312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8" name="Image 8" descr="/home/claude/pptx_work/icon_check_1C729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878" y="4870094"/>
            <a:ext cx="190195" cy="19019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80160" y="468172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actions</a:t>
            </a:r>
            <a:endParaRPr lang="en-US" sz="1350" dirty="0"/>
          </a:p>
        </p:txBody>
      </p:sp>
      <p:sp>
        <p:nvSpPr>
          <p:cNvPr id="40" name="Shape 29"/>
          <p:cNvSpPr/>
          <p:nvPr/>
        </p:nvSpPr>
        <p:spPr>
          <a:xfrm>
            <a:off x="6263640" y="468172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391656" y="4782312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42" name="Image 9" descr="/home/claude/pptx_work/icon_check_1C729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9438" y="4870094"/>
            <a:ext cx="190195" cy="190195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903720" y="468172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50" dirty="0"/>
          </a:p>
        </p:txBody>
      </p:sp>
      <p:sp>
        <p:nvSpPr>
          <p:cNvPr id="44" name="Text 32"/>
          <p:cNvSpPr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automatically: base score scales with fields filled + event volume (capped at 0.95).</a:t>
            </a:r>
            <a:endParaRPr lang="en-US" sz="1250" dirty="0"/>
          </a:p>
        </p:txBody>
      </p:sp>
      <p:sp>
        <p:nvSpPr>
          <p:cNvPr id="45" name="Text 3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4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 problem statement's targets.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21A2E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2011680"/>
            <a:ext cx="731520" cy="73152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6" name="Image 0" descr="/home/claude/pptx_work/icon_target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0105" y="21872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report accuracy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21A2E"/>
          </a:solidFill>
          <a:ln/>
        </p:spPr>
      </p:sp>
      <p:sp>
        <p:nvSpPr>
          <p:cNvPr id="10" name="Shape 7"/>
          <p:cNvSpPr/>
          <p:nvPr/>
        </p:nvSpPr>
        <p:spPr>
          <a:xfrm>
            <a:off x="5875020" y="2011680"/>
            <a:ext cx="731520" cy="73152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1" name="Image 1" descr="/home/claude/pptx_work/icon_clock_F299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85" y="21872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880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5488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report generation time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21A2E"/>
          </a:solidFill>
          <a:ln/>
        </p:spPr>
      </p:sp>
      <p:sp>
        <p:nvSpPr>
          <p:cNvPr id="15" name="Shape 11"/>
          <p:cNvSpPr/>
          <p:nvPr/>
        </p:nvSpPr>
        <p:spPr>
          <a:xfrm>
            <a:off x="9715500" y="2011680"/>
            <a:ext cx="731520" cy="73152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6" name="Image 2" descr="/home/claude/pptx_work/icon_shield_F299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065" y="218724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80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59536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via local Ollama fallback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389120"/>
            <a:ext cx="1090879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601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holds up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60120" y="48920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comes from the deterministic parsing layer doing the heavy lifting before the LLM ever runs — the model only narrates already-structured, already-correlated events, so hallucination risk is bounded to phrasing, not facts.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is already in place for the next iteration.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7170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merge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3253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up model-per-role routing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RCA generation through DeepSeek-R1 reasoning while structured fields stay on GPT-4.1-mini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17170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1" name="Image 1" descr="/home/claude/pptx_work/icon_file_F299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3253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ingestion via Tesseract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377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screenshots / scanned alerts as a log source, not just structured files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377190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6" name="Image 2" descr="/home/claude/pptx_work/icon_trend_F299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39255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5478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3977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Recurring-pattern detection across past incidents to close the feedback loop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77190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1" name="Image 3" descr="/home/claude/pptx_work/icon_check_F2994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39255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5478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hardening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3977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@jwt_optional for @jwt_required() once the frontend login flow is finished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554480"/>
            <a:ext cx="1371600" cy="13716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5" name="Image 0" descr="/home/claude/pptx_work/icon_zap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8836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  ·  TCS AI Friday Season 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talk logs, models, and root causes.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2026-07-30T11:47:52Z</dcterms:created>
  <dcterms:modified xsi:type="dcterms:W3CDTF">2026-07-30T11:47:52Z</dcterms:modified>
</cp:coreProperties>
</file>